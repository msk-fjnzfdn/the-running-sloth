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09CA57AE-EDCE-4419-AC95-5803272781A8}" type="slidenum">
              <a:t>‹#›</a:t>
            </a:fld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058497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661890CB-11B5-4350-A1C9-070E729CE71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54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>
        <a:ln>
          <a:noFill/>
        </a:ln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1B2F4D2-0C00-40A6-8EC7-B32329D24573}" type="slidenum">
              <a:t>1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A03B62F-0A35-47E9-A5C5-991FC9561A53}" type="slidenum">
              <a:t>2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884EF3F-DAB7-4829-974C-8CA3FBD2154E}" type="slidenum">
              <a:t>3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F777CF-1D34-40E3-B00A-350E9D037A89}" type="slidenum">
              <a:t>4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7C4CCC5-F9C0-4A72-9E10-7261B24B03A1}" type="slidenum">
              <a:t>5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DF7DB9C-CDA3-4164-956F-60EB3BA5C416}" type="slidenum">
              <a:t>6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CFEEEED-4895-45D0-9264-28E3EBF84AD3}" type="slidenum">
              <a:t>7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50C939-16A8-4BC9-910B-FE793384501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876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588902-2429-4BFC-AB2F-FD293FF314E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627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59D2AE-F08A-4E79-A1A8-5FC7D9A909E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816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95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9895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B0E9BB-78A5-4DA1-AA53-A9A0F398416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266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38BB06-AF3A-413C-8923-EE563616E78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123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3C9DB4-6AC4-4EA4-B034-7FAB951AB3A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296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D20B5F-FF90-48AF-BC37-174B7ABA252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917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E72FFA-4B33-4B79-860D-BFE9794252A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686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06D246-5F3F-496F-BDB4-8137C6EE40E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343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F7EF252-EE3B-48D5-8DE6-4F0123BCD29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745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64563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645636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4AF902-D9B6-4916-8956-25A7601A5C5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806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B647EC7A-CEB3-42DC-9E60-2684C96CC0DD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ru-RU" sz="4400" b="0" i="0" u="none" strike="noStrike" kern="1200">
          <a:ln>
            <a:noFill/>
          </a:ln>
          <a:latin typeface="Arial" pitchFamily="18"/>
          <a:ea typeface="Microsoft YaHei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ru-RU" sz="3200" b="0" i="0" u="none" strike="noStrike" kern="1200">
          <a:ln>
            <a:noFill/>
          </a:ln>
          <a:latin typeface="Arial" pitchFamily="18"/>
          <a:ea typeface="Microsoft YaHe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32359" y="177840"/>
            <a:ext cx="9071640" cy="1262160"/>
          </a:xfrm>
        </p:spPr>
        <p:txBody>
          <a:bodyPr/>
          <a:lstStyle/>
          <a:p>
            <a:pPr lvl="0"/>
            <a:r>
              <a:rPr lang="ru-RU"/>
              <a:t>The Running Sloth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/>
        <p:txBody>
          <a:bodyPr anchor="ctr"/>
          <a:lstStyle/>
          <a:p>
            <a:pPr lvl="0" algn="ctr"/>
            <a:r>
              <a:rPr lang="ru-RU"/>
              <a:t>Авторы:</a:t>
            </a:r>
          </a:p>
          <a:p>
            <a:pPr lvl="0" algn="ctr"/>
            <a:r>
              <a:rPr lang="ru-RU"/>
              <a:t>Шалятов Роман</a:t>
            </a:r>
            <a:br>
              <a:rPr lang="ru-RU"/>
            </a:br>
            <a:r>
              <a:rPr lang="ru-RU"/>
              <a:t>Фролов Арсений</a:t>
            </a:r>
            <a:br>
              <a:rPr lang="ru-RU"/>
            </a:br>
            <a:r>
              <a:rPr lang="ru-RU"/>
              <a:t>Дружинин Алексей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Цели и задачи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0" y="1563480"/>
            <a:ext cx="3888000" cy="1512000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ru-RU" sz="3000"/>
              <a:t>Сделать </a:t>
            </a:r>
            <a:r>
              <a:rPr lang="ru-RU" sz="3000">
                <a:latin typeface="Aptos Cyr" pitchFamily="34"/>
              </a:rPr>
              <a:t>пиксельный рогалик, который берёт свою идею из уже существующей игры</a:t>
            </a:r>
            <a:r>
              <a:rPr lang="ru-RU" sz="3000">
                <a:cs typeface="Times New Roman" pitchFamily="18"/>
              </a:rPr>
              <a:t> “</a:t>
            </a:r>
            <a:r>
              <a:rPr lang="ru-RU" sz="3000" i="1">
                <a:latin typeface="Arial" pitchFamily="34"/>
                <a:cs typeface="Arial" pitchFamily="34"/>
              </a:rPr>
              <a:t>Soul Knight</a:t>
            </a:r>
            <a:r>
              <a:rPr lang="ru-RU" sz="3000">
                <a:cs typeface="Times New Roman" pitchFamily="18"/>
              </a:rPr>
              <a:t>”.</a:t>
            </a:r>
            <a:br>
              <a:rPr lang="ru-RU" sz="3000">
                <a:cs typeface="Times New Roman" pitchFamily="18"/>
              </a:rPr>
            </a:br>
            <a:endParaRPr lang="ru-RU" sz="3000">
              <a:cs typeface="Times New Roman" pitchFamily="18"/>
            </a:endParaRP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44000" y="1224000"/>
            <a:ext cx="6316560" cy="631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Актуальность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60000" y="6887880"/>
            <a:ext cx="9287640" cy="456119"/>
          </a:xfrm>
        </p:spPr>
        <p:txBody>
          <a:bodyPr/>
          <a:lstStyle/>
          <a:p>
            <a:pPr lvl="0" algn="ctr">
              <a:buSzPct val="45000"/>
              <a:buFont typeface="StarSymbol"/>
              <a:buChar char="●"/>
            </a:pPr>
            <a:r>
              <a:rPr lang="ru-RU"/>
              <a:t>Это Юта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15999" y="1757160"/>
            <a:ext cx="5832000" cy="457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Использованные технологии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0" y="1512000"/>
            <a:ext cx="4320000" cy="604800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ru-RU"/>
              <a:t>Мы использовали: arcade</a:t>
            </a:r>
            <a:br>
              <a:rPr lang="ru-RU"/>
            </a:br>
            <a:r>
              <a:rPr lang="ru-RU"/>
              <a:t>math</a:t>
            </a:r>
            <a:br>
              <a:rPr lang="ru-RU"/>
            </a:br>
            <a:r>
              <a:rPr lang="ru-RU"/>
              <a:t>pyglet</a:t>
            </a:r>
            <a:br>
              <a:rPr lang="ru-RU"/>
            </a:br>
            <a:r>
              <a:rPr lang="ru-RU"/>
              <a:t>random</a:t>
            </a:r>
            <a:br>
              <a:rPr lang="ru-RU"/>
            </a:br>
            <a:r>
              <a:rPr lang="ru-RU"/>
              <a:t>json</a:t>
            </a:r>
            <a:br>
              <a:rPr lang="ru-RU"/>
            </a:br>
            <a:r>
              <a:rPr lang="ru-RU"/>
              <a:t>enum </a:t>
            </a:r>
            <a:br>
              <a:rPr lang="ru-RU"/>
            </a:br>
            <a:r>
              <a:rPr lang="ru-RU"/>
              <a:t>os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951999" y="2092680"/>
            <a:ext cx="6905160" cy="460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Примеры работы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408000" y="1800000"/>
            <a:ext cx="3651120" cy="439200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ru-RU"/>
              <a:t>Наша игра работает на чистой магии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00" y="1944000"/>
            <a:ext cx="6372000" cy="42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Заключение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0" y="1584000"/>
            <a:ext cx="3384000" cy="597600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ru-RU"/>
              <a:t>У нас получилось сделать аналог игры '</a:t>
            </a:r>
            <a:r>
              <a:rPr lang="ru-RU" i="1"/>
              <a:t>Soul Knight</a:t>
            </a:r>
            <a:r>
              <a:rPr lang="ru-RU"/>
              <a:t>'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84000" y="1872000"/>
            <a:ext cx="6588360" cy="43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Спасибо за внимание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328000" y="1655999"/>
            <a:ext cx="4752000" cy="5903999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ru-RU" sz="4000"/>
              <a:t>https://github.com/msk-fjnzfdn/The-Running-Sloth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152000" y="-1224000"/>
            <a:ext cx="7549919" cy="7549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Обычный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85</Words>
  <Application>Microsoft Office PowerPoint</Application>
  <PresentationFormat>Widescreen</PresentationFormat>
  <Paragraphs>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Microsoft YaHei</vt:lpstr>
      <vt:lpstr>Aptos Cyr</vt:lpstr>
      <vt:lpstr>Arial</vt:lpstr>
      <vt:lpstr>Calibri</vt:lpstr>
      <vt:lpstr>Lucida Sans</vt:lpstr>
      <vt:lpstr>Lucida Sans Unicode</vt:lpstr>
      <vt:lpstr>StarSymbol</vt:lpstr>
      <vt:lpstr>Tahoma</vt:lpstr>
      <vt:lpstr>Times New Roman</vt:lpstr>
      <vt:lpstr>Обычный</vt:lpstr>
      <vt:lpstr>The Running Sloth</vt:lpstr>
      <vt:lpstr>Цели и задачи</vt:lpstr>
      <vt:lpstr>Актуальность</vt:lpstr>
      <vt:lpstr>Использованные технологии</vt:lpstr>
      <vt:lpstr>Примеры работы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Running Sloth</dc:title>
  <dc:creator>Arseniy Frolov</dc:creator>
  <cp:lastModifiedBy>word</cp:lastModifiedBy>
  <cp:revision>4</cp:revision>
  <dcterms:created xsi:type="dcterms:W3CDTF">2026-01-25T15:05:57Z</dcterms:created>
  <dcterms:modified xsi:type="dcterms:W3CDTF">2026-01-25T14:39:37Z</dcterms:modified>
</cp:coreProperties>
</file>